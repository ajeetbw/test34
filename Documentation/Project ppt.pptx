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2E1FE7-1FB4-449B-9940-04BD412D3CFE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152A145-ECA8-494C-BC66-6B5056BE62C1}">
      <dgm:prSet/>
      <dgm:spPr/>
      <dgm:t>
        <a:bodyPr/>
        <a:lstStyle/>
        <a:p>
          <a:r>
            <a:rPr lang="en-US" dirty="0"/>
            <a:t>1. Client-Server Connection</a:t>
          </a:r>
        </a:p>
      </dgm:t>
    </dgm:pt>
    <dgm:pt modelId="{2C0E4351-AA80-4A41-B082-BC7760B0CDA6}" type="parTrans" cxnId="{57498A0A-7666-4A28-BAEC-95F747004E8C}">
      <dgm:prSet/>
      <dgm:spPr/>
      <dgm:t>
        <a:bodyPr/>
        <a:lstStyle/>
        <a:p>
          <a:endParaRPr lang="en-US"/>
        </a:p>
      </dgm:t>
    </dgm:pt>
    <dgm:pt modelId="{E160AC4D-2313-4FD1-B3F2-D1A317B3AD1D}" type="sibTrans" cxnId="{57498A0A-7666-4A28-BAEC-95F747004E8C}">
      <dgm:prSet/>
      <dgm:spPr/>
      <dgm:t>
        <a:bodyPr/>
        <a:lstStyle/>
        <a:p>
          <a:endParaRPr lang="en-US"/>
        </a:p>
      </dgm:t>
    </dgm:pt>
    <dgm:pt modelId="{CD160772-1F5C-4AAF-A8EA-821B866348BF}">
      <dgm:prSet/>
      <dgm:spPr/>
      <dgm:t>
        <a:bodyPr/>
        <a:lstStyle/>
        <a:p>
          <a:r>
            <a:rPr lang="en-US"/>
            <a:t>2.  Display menu</a:t>
          </a:r>
        </a:p>
      </dgm:t>
    </dgm:pt>
    <dgm:pt modelId="{3396CC2C-169D-47C9-BB9C-7B6F425B5045}" type="parTrans" cxnId="{47DD503B-A901-4CE9-A15F-52A845673D03}">
      <dgm:prSet/>
      <dgm:spPr/>
      <dgm:t>
        <a:bodyPr/>
        <a:lstStyle/>
        <a:p>
          <a:endParaRPr lang="en-US"/>
        </a:p>
      </dgm:t>
    </dgm:pt>
    <dgm:pt modelId="{BDFD609E-D822-47D7-9495-07AA02BE35AC}" type="sibTrans" cxnId="{47DD503B-A901-4CE9-A15F-52A845673D03}">
      <dgm:prSet/>
      <dgm:spPr/>
      <dgm:t>
        <a:bodyPr/>
        <a:lstStyle/>
        <a:p>
          <a:endParaRPr lang="en-US"/>
        </a:p>
      </dgm:t>
    </dgm:pt>
    <dgm:pt modelId="{AEEC42AD-4E33-45D4-8E86-A3BA3685A9AB}">
      <dgm:prSet/>
      <dgm:spPr/>
      <dgm:t>
        <a:bodyPr/>
        <a:lstStyle/>
        <a:p>
          <a:r>
            <a:rPr lang="en-US" dirty="0"/>
            <a:t>             a. Login</a:t>
          </a:r>
        </a:p>
      </dgm:t>
    </dgm:pt>
    <dgm:pt modelId="{BBB08D72-EF22-436E-96CE-45B86C25739D}" type="parTrans" cxnId="{098A7636-8937-464A-8DAE-96203AF86F31}">
      <dgm:prSet/>
      <dgm:spPr/>
      <dgm:t>
        <a:bodyPr/>
        <a:lstStyle/>
        <a:p>
          <a:endParaRPr lang="en-US"/>
        </a:p>
      </dgm:t>
    </dgm:pt>
    <dgm:pt modelId="{CABEA6B8-F945-45B3-ACCE-3B9C8B6CAB98}" type="sibTrans" cxnId="{098A7636-8937-464A-8DAE-96203AF86F31}">
      <dgm:prSet/>
      <dgm:spPr/>
      <dgm:t>
        <a:bodyPr/>
        <a:lstStyle/>
        <a:p>
          <a:endParaRPr lang="en-US"/>
        </a:p>
      </dgm:t>
    </dgm:pt>
    <dgm:pt modelId="{E1C7D067-062B-46A0-88E7-7E12ED5BE033}">
      <dgm:prSet/>
      <dgm:spPr/>
      <dgm:t>
        <a:bodyPr/>
        <a:lstStyle/>
        <a:p>
          <a:r>
            <a:rPr lang="en-US" dirty="0"/>
            <a:t>             b. Sign Up</a:t>
          </a:r>
        </a:p>
      </dgm:t>
    </dgm:pt>
    <dgm:pt modelId="{4A9AAAD8-B2A6-4628-87BE-0407C2774BA5}" type="parTrans" cxnId="{294E3B4B-8A85-400D-A709-C8BC144DE6C7}">
      <dgm:prSet/>
      <dgm:spPr/>
      <dgm:t>
        <a:bodyPr/>
        <a:lstStyle/>
        <a:p>
          <a:endParaRPr lang="en-US"/>
        </a:p>
      </dgm:t>
    </dgm:pt>
    <dgm:pt modelId="{9A36FA6E-69F4-4322-8E26-D7DC1A182BC1}" type="sibTrans" cxnId="{294E3B4B-8A85-400D-A709-C8BC144DE6C7}">
      <dgm:prSet/>
      <dgm:spPr/>
      <dgm:t>
        <a:bodyPr/>
        <a:lstStyle/>
        <a:p>
          <a:endParaRPr lang="en-US"/>
        </a:p>
      </dgm:t>
    </dgm:pt>
    <dgm:pt modelId="{B020FFB8-A6C4-48AB-AD47-81D5E88957F9}">
      <dgm:prSet/>
      <dgm:spPr/>
      <dgm:t>
        <a:bodyPr/>
        <a:lstStyle/>
        <a:p>
          <a:r>
            <a:rPr lang="en-US" dirty="0"/>
            <a:t>3.Successful login	</a:t>
          </a:r>
        </a:p>
      </dgm:t>
    </dgm:pt>
    <dgm:pt modelId="{9DCC6252-E7BC-479D-A521-CF18B30A1A8E}" type="parTrans" cxnId="{1FB3B262-254A-4905-AE86-7E9C3137279F}">
      <dgm:prSet/>
      <dgm:spPr/>
      <dgm:t>
        <a:bodyPr/>
        <a:lstStyle/>
        <a:p>
          <a:endParaRPr lang="en-US"/>
        </a:p>
      </dgm:t>
    </dgm:pt>
    <dgm:pt modelId="{696356F7-D38C-434E-932D-1CCE214B8D87}" type="sibTrans" cxnId="{1FB3B262-254A-4905-AE86-7E9C3137279F}">
      <dgm:prSet/>
      <dgm:spPr/>
      <dgm:t>
        <a:bodyPr/>
        <a:lstStyle/>
        <a:p>
          <a:endParaRPr lang="en-US"/>
        </a:p>
      </dgm:t>
    </dgm:pt>
    <dgm:pt modelId="{6C3DA05A-9778-4077-B1FE-5BEB01F6D080}">
      <dgm:prSet/>
      <dgm:spPr/>
      <dgm:t>
        <a:bodyPr/>
        <a:lstStyle/>
        <a:p>
          <a:r>
            <a:rPr lang="en-US" dirty="0"/>
            <a:t>             a. Processing CDR file</a:t>
          </a:r>
        </a:p>
      </dgm:t>
    </dgm:pt>
    <dgm:pt modelId="{510D43A9-21E3-4521-A176-818C60B71D4F}" type="parTrans" cxnId="{EE8C1AD8-6982-4A60-8F1B-7234836989F4}">
      <dgm:prSet/>
      <dgm:spPr/>
      <dgm:t>
        <a:bodyPr/>
        <a:lstStyle/>
        <a:p>
          <a:endParaRPr lang="en-US"/>
        </a:p>
      </dgm:t>
    </dgm:pt>
    <dgm:pt modelId="{88C4A861-9FC8-4E2A-8B4F-FC388A24C72F}" type="sibTrans" cxnId="{EE8C1AD8-6982-4A60-8F1B-7234836989F4}">
      <dgm:prSet/>
      <dgm:spPr/>
      <dgm:t>
        <a:bodyPr/>
        <a:lstStyle/>
        <a:p>
          <a:endParaRPr lang="en-US"/>
        </a:p>
      </dgm:t>
    </dgm:pt>
    <dgm:pt modelId="{6DA23A3D-E0D8-4C0C-A48A-653F072D473C}">
      <dgm:prSet/>
      <dgm:spPr/>
      <dgm:t>
        <a:bodyPr/>
        <a:lstStyle/>
        <a:p>
          <a:r>
            <a:rPr lang="en-US" dirty="0"/>
            <a:t>             b. Perform Customer and interoperator billing operations</a:t>
          </a:r>
        </a:p>
      </dgm:t>
    </dgm:pt>
    <dgm:pt modelId="{10CFC64C-72EA-4577-9543-269E9A371805}" type="parTrans" cxnId="{79ACF776-820D-43E4-8883-641FF815E91B}">
      <dgm:prSet/>
      <dgm:spPr/>
      <dgm:t>
        <a:bodyPr/>
        <a:lstStyle/>
        <a:p>
          <a:endParaRPr lang="en-US"/>
        </a:p>
      </dgm:t>
    </dgm:pt>
    <dgm:pt modelId="{E9046999-0910-461B-9275-276A943D7F01}" type="sibTrans" cxnId="{79ACF776-820D-43E4-8883-641FF815E91B}">
      <dgm:prSet/>
      <dgm:spPr/>
      <dgm:t>
        <a:bodyPr/>
        <a:lstStyle/>
        <a:p>
          <a:endParaRPr lang="en-US"/>
        </a:p>
      </dgm:t>
    </dgm:pt>
    <dgm:pt modelId="{260542DC-FF15-4993-9FCF-B1F91496A3E5}" type="pres">
      <dgm:prSet presAssocID="{FC2E1FE7-1FB4-449B-9940-04BD412D3CFE}" presName="linear" presStyleCnt="0">
        <dgm:presLayoutVars>
          <dgm:animLvl val="lvl"/>
          <dgm:resizeHandles val="exact"/>
        </dgm:presLayoutVars>
      </dgm:prSet>
      <dgm:spPr/>
    </dgm:pt>
    <dgm:pt modelId="{96449228-621B-4327-9AC2-153163991B3F}" type="pres">
      <dgm:prSet presAssocID="{7152A145-ECA8-494C-BC66-6B5056BE62C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7B1BB64-A492-4733-B096-257DEAB409CA}" type="pres">
      <dgm:prSet presAssocID="{E160AC4D-2313-4FD1-B3F2-D1A317B3AD1D}" presName="spacer" presStyleCnt="0"/>
      <dgm:spPr/>
    </dgm:pt>
    <dgm:pt modelId="{F27C4C44-924D-4E7D-A816-20CD91ADF874}" type="pres">
      <dgm:prSet presAssocID="{CD160772-1F5C-4AAF-A8EA-821B866348BF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956B8992-07AF-4840-BE21-C173D9354FB2}" type="pres">
      <dgm:prSet presAssocID="{BDFD609E-D822-47D7-9495-07AA02BE35AC}" presName="spacer" presStyleCnt="0"/>
      <dgm:spPr/>
    </dgm:pt>
    <dgm:pt modelId="{BBE31E34-00A9-4750-BAC9-7C088F3E3D95}" type="pres">
      <dgm:prSet presAssocID="{AEEC42AD-4E33-45D4-8E86-A3BA3685A9AB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7EBA123-BEF2-47CE-9789-02E4E028638C}" type="pres">
      <dgm:prSet presAssocID="{CABEA6B8-F945-45B3-ACCE-3B9C8B6CAB98}" presName="spacer" presStyleCnt="0"/>
      <dgm:spPr/>
    </dgm:pt>
    <dgm:pt modelId="{F9FAC0BD-510F-4AE1-8826-49F5550F6954}" type="pres">
      <dgm:prSet presAssocID="{E1C7D067-062B-46A0-88E7-7E12ED5BE033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8DCC3C59-12FE-43FA-9AED-91140F580B28}" type="pres">
      <dgm:prSet presAssocID="{9A36FA6E-69F4-4322-8E26-D7DC1A182BC1}" presName="spacer" presStyleCnt="0"/>
      <dgm:spPr/>
    </dgm:pt>
    <dgm:pt modelId="{B320CB17-545F-4B61-BCFC-F46B17373FEC}" type="pres">
      <dgm:prSet presAssocID="{B020FFB8-A6C4-48AB-AD47-81D5E88957F9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0AAB5261-EE05-4C8E-A77D-DFE60E21F9F7}" type="pres">
      <dgm:prSet presAssocID="{696356F7-D38C-434E-932D-1CCE214B8D87}" presName="spacer" presStyleCnt="0"/>
      <dgm:spPr/>
    </dgm:pt>
    <dgm:pt modelId="{1168100B-B854-4868-9C63-C5E262FDB5AC}" type="pres">
      <dgm:prSet presAssocID="{6C3DA05A-9778-4077-B1FE-5BEB01F6D080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BF561C45-40EF-4A2E-8443-B4D74C435A39}" type="pres">
      <dgm:prSet presAssocID="{88C4A861-9FC8-4E2A-8B4F-FC388A24C72F}" presName="spacer" presStyleCnt="0"/>
      <dgm:spPr/>
    </dgm:pt>
    <dgm:pt modelId="{6C8BA073-0808-43A4-9C25-1E713A2A6683}" type="pres">
      <dgm:prSet presAssocID="{6DA23A3D-E0D8-4C0C-A48A-653F072D473C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57498A0A-7666-4A28-BAEC-95F747004E8C}" srcId="{FC2E1FE7-1FB4-449B-9940-04BD412D3CFE}" destId="{7152A145-ECA8-494C-BC66-6B5056BE62C1}" srcOrd="0" destOrd="0" parTransId="{2C0E4351-AA80-4A41-B082-BC7760B0CDA6}" sibTransId="{E160AC4D-2313-4FD1-B3F2-D1A317B3AD1D}"/>
    <dgm:cxn modelId="{098A7636-8937-464A-8DAE-96203AF86F31}" srcId="{FC2E1FE7-1FB4-449B-9940-04BD412D3CFE}" destId="{AEEC42AD-4E33-45D4-8E86-A3BA3685A9AB}" srcOrd="2" destOrd="0" parTransId="{BBB08D72-EF22-436E-96CE-45B86C25739D}" sibTransId="{CABEA6B8-F945-45B3-ACCE-3B9C8B6CAB98}"/>
    <dgm:cxn modelId="{A2AF193B-6490-419F-AC75-4929CBB5AC74}" type="presOf" srcId="{FC2E1FE7-1FB4-449B-9940-04BD412D3CFE}" destId="{260542DC-FF15-4993-9FCF-B1F91496A3E5}" srcOrd="0" destOrd="0" presId="urn:microsoft.com/office/officeart/2005/8/layout/vList2"/>
    <dgm:cxn modelId="{47DD503B-A901-4CE9-A15F-52A845673D03}" srcId="{FC2E1FE7-1FB4-449B-9940-04BD412D3CFE}" destId="{CD160772-1F5C-4AAF-A8EA-821B866348BF}" srcOrd="1" destOrd="0" parTransId="{3396CC2C-169D-47C9-BB9C-7B6F425B5045}" sibTransId="{BDFD609E-D822-47D7-9495-07AA02BE35AC}"/>
    <dgm:cxn modelId="{B71BB45D-A28C-4168-B818-C4E32F10AB2D}" type="presOf" srcId="{6DA23A3D-E0D8-4C0C-A48A-653F072D473C}" destId="{6C8BA073-0808-43A4-9C25-1E713A2A6683}" srcOrd="0" destOrd="0" presId="urn:microsoft.com/office/officeart/2005/8/layout/vList2"/>
    <dgm:cxn modelId="{1FB3B262-254A-4905-AE86-7E9C3137279F}" srcId="{FC2E1FE7-1FB4-449B-9940-04BD412D3CFE}" destId="{B020FFB8-A6C4-48AB-AD47-81D5E88957F9}" srcOrd="4" destOrd="0" parTransId="{9DCC6252-E7BC-479D-A521-CF18B30A1A8E}" sibTransId="{696356F7-D38C-434E-932D-1CCE214B8D87}"/>
    <dgm:cxn modelId="{8866FD49-9E22-4B46-92D1-E283EB5ABB9E}" type="presOf" srcId="{CD160772-1F5C-4AAF-A8EA-821B866348BF}" destId="{F27C4C44-924D-4E7D-A816-20CD91ADF874}" srcOrd="0" destOrd="0" presId="urn:microsoft.com/office/officeart/2005/8/layout/vList2"/>
    <dgm:cxn modelId="{294E3B4B-8A85-400D-A709-C8BC144DE6C7}" srcId="{FC2E1FE7-1FB4-449B-9940-04BD412D3CFE}" destId="{E1C7D067-062B-46A0-88E7-7E12ED5BE033}" srcOrd="3" destOrd="0" parTransId="{4A9AAAD8-B2A6-4628-87BE-0407C2774BA5}" sibTransId="{9A36FA6E-69F4-4322-8E26-D7DC1A182BC1}"/>
    <dgm:cxn modelId="{84AA3875-F25D-47C5-BEC1-B7B27047C996}" type="presOf" srcId="{E1C7D067-062B-46A0-88E7-7E12ED5BE033}" destId="{F9FAC0BD-510F-4AE1-8826-49F5550F6954}" srcOrd="0" destOrd="0" presId="urn:microsoft.com/office/officeart/2005/8/layout/vList2"/>
    <dgm:cxn modelId="{79ACF776-820D-43E4-8883-641FF815E91B}" srcId="{FC2E1FE7-1FB4-449B-9940-04BD412D3CFE}" destId="{6DA23A3D-E0D8-4C0C-A48A-653F072D473C}" srcOrd="6" destOrd="0" parTransId="{10CFC64C-72EA-4577-9543-269E9A371805}" sibTransId="{E9046999-0910-461B-9275-276A943D7F01}"/>
    <dgm:cxn modelId="{E14B7057-2B78-4B68-ABCB-03EC7601D83C}" type="presOf" srcId="{AEEC42AD-4E33-45D4-8E86-A3BA3685A9AB}" destId="{BBE31E34-00A9-4750-BAC9-7C088F3E3D95}" srcOrd="0" destOrd="0" presId="urn:microsoft.com/office/officeart/2005/8/layout/vList2"/>
    <dgm:cxn modelId="{FCE61E78-69CE-492F-822F-6C747C1A9412}" type="presOf" srcId="{6C3DA05A-9778-4077-B1FE-5BEB01F6D080}" destId="{1168100B-B854-4868-9C63-C5E262FDB5AC}" srcOrd="0" destOrd="0" presId="urn:microsoft.com/office/officeart/2005/8/layout/vList2"/>
    <dgm:cxn modelId="{2A6C28A0-4FF2-4685-AEF4-7070CC7B801B}" type="presOf" srcId="{7152A145-ECA8-494C-BC66-6B5056BE62C1}" destId="{96449228-621B-4327-9AC2-153163991B3F}" srcOrd="0" destOrd="0" presId="urn:microsoft.com/office/officeart/2005/8/layout/vList2"/>
    <dgm:cxn modelId="{8340E5BA-A7BC-4511-9485-540F92D4BDEA}" type="presOf" srcId="{B020FFB8-A6C4-48AB-AD47-81D5E88957F9}" destId="{B320CB17-545F-4B61-BCFC-F46B17373FEC}" srcOrd="0" destOrd="0" presId="urn:microsoft.com/office/officeart/2005/8/layout/vList2"/>
    <dgm:cxn modelId="{EE8C1AD8-6982-4A60-8F1B-7234836989F4}" srcId="{FC2E1FE7-1FB4-449B-9940-04BD412D3CFE}" destId="{6C3DA05A-9778-4077-B1FE-5BEB01F6D080}" srcOrd="5" destOrd="0" parTransId="{510D43A9-21E3-4521-A176-818C60B71D4F}" sibTransId="{88C4A861-9FC8-4E2A-8B4F-FC388A24C72F}"/>
    <dgm:cxn modelId="{61F0926A-D135-45B5-B2DC-17B932B494C0}" type="presParOf" srcId="{260542DC-FF15-4993-9FCF-B1F91496A3E5}" destId="{96449228-621B-4327-9AC2-153163991B3F}" srcOrd="0" destOrd="0" presId="urn:microsoft.com/office/officeart/2005/8/layout/vList2"/>
    <dgm:cxn modelId="{464FFEB9-8F2D-4358-B15B-7B1CBB46C3F0}" type="presParOf" srcId="{260542DC-FF15-4993-9FCF-B1F91496A3E5}" destId="{87B1BB64-A492-4733-B096-257DEAB409CA}" srcOrd="1" destOrd="0" presId="urn:microsoft.com/office/officeart/2005/8/layout/vList2"/>
    <dgm:cxn modelId="{D3379DD3-FE54-4ADF-8DB0-259D93E10492}" type="presParOf" srcId="{260542DC-FF15-4993-9FCF-B1F91496A3E5}" destId="{F27C4C44-924D-4E7D-A816-20CD91ADF874}" srcOrd="2" destOrd="0" presId="urn:microsoft.com/office/officeart/2005/8/layout/vList2"/>
    <dgm:cxn modelId="{A60D18EF-964D-4313-BE8D-55020B982A44}" type="presParOf" srcId="{260542DC-FF15-4993-9FCF-B1F91496A3E5}" destId="{956B8992-07AF-4840-BE21-C173D9354FB2}" srcOrd="3" destOrd="0" presId="urn:microsoft.com/office/officeart/2005/8/layout/vList2"/>
    <dgm:cxn modelId="{CA94C32A-8FE4-4EF6-AD7A-E9FE164A1CDC}" type="presParOf" srcId="{260542DC-FF15-4993-9FCF-B1F91496A3E5}" destId="{BBE31E34-00A9-4750-BAC9-7C088F3E3D95}" srcOrd="4" destOrd="0" presId="urn:microsoft.com/office/officeart/2005/8/layout/vList2"/>
    <dgm:cxn modelId="{6E9F9E8B-A505-4CFF-87E6-02BBC7D97DB8}" type="presParOf" srcId="{260542DC-FF15-4993-9FCF-B1F91496A3E5}" destId="{67EBA123-BEF2-47CE-9789-02E4E028638C}" srcOrd="5" destOrd="0" presId="urn:microsoft.com/office/officeart/2005/8/layout/vList2"/>
    <dgm:cxn modelId="{F427D8A9-ECE6-4C50-972B-8A04C94E4A64}" type="presParOf" srcId="{260542DC-FF15-4993-9FCF-B1F91496A3E5}" destId="{F9FAC0BD-510F-4AE1-8826-49F5550F6954}" srcOrd="6" destOrd="0" presId="urn:microsoft.com/office/officeart/2005/8/layout/vList2"/>
    <dgm:cxn modelId="{4F049CC5-E108-4738-AF0C-B03C87AF2C55}" type="presParOf" srcId="{260542DC-FF15-4993-9FCF-B1F91496A3E5}" destId="{8DCC3C59-12FE-43FA-9AED-91140F580B28}" srcOrd="7" destOrd="0" presId="urn:microsoft.com/office/officeart/2005/8/layout/vList2"/>
    <dgm:cxn modelId="{4864F55B-C787-495B-88BD-E8982721813E}" type="presParOf" srcId="{260542DC-FF15-4993-9FCF-B1F91496A3E5}" destId="{B320CB17-545F-4B61-BCFC-F46B17373FEC}" srcOrd="8" destOrd="0" presId="urn:microsoft.com/office/officeart/2005/8/layout/vList2"/>
    <dgm:cxn modelId="{1253FA23-F7B1-4FBF-B250-5B4330920075}" type="presParOf" srcId="{260542DC-FF15-4993-9FCF-B1F91496A3E5}" destId="{0AAB5261-EE05-4C8E-A77D-DFE60E21F9F7}" srcOrd="9" destOrd="0" presId="urn:microsoft.com/office/officeart/2005/8/layout/vList2"/>
    <dgm:cxn modelId="{E3DD1853-4FF4-4F2C-B163-D7E13A9926E0}" type="presParOf" srcId="{260542DC-FF15-4993-9FCF-B1F91496A3E5}" destId="{1168100B-B854-4868-9C63-C5E262FDB5AC}" srcOrd="10" destOrd="0" presId="urn:microsoft.com/office/officeart/2005/8/layout/vList2"/>
    <dgm:cxn modelId="{4929C6E6-399C-455B-A1FD-E99117971535}" type="presParOf" srcId="{260542DC-FF15-4993-9FCF-B1F91496A3E5}" destId="{BF561C45-40EF-4A2E-8443-B4D74C435A39}" srcOrd="11" destOrd="0" presId="urn:microsoft.com/office/officeart/2005/8/layout/vList2"/>
    <dgm:cxn modelId="{FFA2957E-DA68-439E-A358-B1673B3204E6}" type="presParOf" srcId="{260542DC-FF15-4993-9FCF-B1F91496A3E5}" destId="{6C8BA073-0808-43A4-9C25-1E713A2A6683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449228-621B-4327-9AC2-153163991B3F}">
      <dsp:nvSpPr>
        <dsp:cNvPr id="0" name=""/>
        <dsp:cNvSpPr/>
      </dsp:nvSpPr>
      <dsp:spPr>
        <a:xfrm>
          <a:off x="0" y="1128098"/>
          <a:ext cx="6245265" cy="431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1. Client-Server Connection</a:t>
          </a:r>
        </a:p>
      </dsp:txBody>
      <dsp:txXfrm>
        <a:off x="21075" y="1149173"/>
        <a:ext cx="6203115" cy="389580"/>
      </dsp:txXfrm>
    </dsp:sp>
    <dsp:sp modelId="{F27C4C44-924D-4E7D-A816-20CD91ADF874}">
      <dsp:nvSpPr>
        <dsp:cNvPr id="0" name=""/>
        <dsp:cNvSpPr/>
      </dsp:nvSpPr>
      <dsp:spPr>
        <a:xfrm>
          <a:off x="0" y="1611668"/>
          <a:ext cx="6245265" cy="4317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2.  Display menu</a:t>
          </a:r>
        </a:p>
      </dsp:txBody>
      <dsp:txXfrm>
        <a:off x="21075" y="1632743"/>
        <a:ext cx="6203115" cy="389580"/>
      </dsp:txXfrm>
    </dsp:sp>
    <dsp:sp modelId="{BBE31E34-00A9-4750-BAC9-7C088F3E3D95}">
      <dsp:nvSpPr>
        <dsp:cNvPr id="0" name=""/>
        <dsp:cNvSpPr/>
      </dsp:nvSpPr>
      <dsp:spPr>
        <a:xfrm>
          <a:off x="0" y="2095238"/>
          <a:ext cx="6245265" cy="43173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            a. Login</a:t>
          </a:r>
        </a:p>
      </dsp:txBody>
      <dsp:txXfrm>
        <a:off x="21075" y="2116313"/>
        <a:ext cx="6203115" cy="389580"/>
      </dsp:txXfrm>
    </dsp:sp>
    <dsp:sp modelId="{F9FAC0BD-510F-4AE1-8826-49F5550F6954}">
      <dsp:nvSpPr>
        <dsp:cNvPr id="0" name=""/>
        <dsp:cNvSpPr/>
      </dsp:nvSpPr>
      <dsp:spPr>
        <a:xfrm>
          <a:off x="0" y="2578808"/>
          <a:ext cx="6245265" cy="4317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            b. Sign Up</a:t>
          </a:r>
        </a:p>
      </dsp:txBody>
      <dsp:txXfrm>
        <a:off x="21075" y="2599883"/>
        <a:ext cx="6203115" cy="389580"/>
      </dsp:txXfrm>
    </dsp:sp>
    <dsp:sp modelId="{B320CB17-545F-4B61-BCFC-F46B17373FEC}">
      <dsp:nvSpPr>
        <dsp:cNvPr id="0" name=""/>
        <dsp:cNvSpPr/>
      </dsp:nvSpPr>
      <dsp:spPr>
        <a:xfrm>
          <a:off x="0" y="3062378"/>
          <a:ext cx="6245265" cy="43173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3.Successful login	</a:t>
          </a:r>
        </a:p>
      </dsp:txBody>
      <dsp:txXfrm>
        <a:off x="21075" y="3083453"/>
        <a:ext cx="6203115" cy="389580"/>
      </dsp:txXfrm>
    </dsp:sp>
    <dsp:sp modelId="{1168100B-B854-4868-9C63-C5E262FDB5AC}">
      <dsp:nvSpPr>
        <dsp:cNvPr id="0" name=""/>
        <dsp:cNvSpPr/>
      </dsp:nvSpPr>
      <dsp:spPr>
        <a:xfrm>
          <a:off x="0" y="3545948"/>
          <a:ext cx="6245265" cy="431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            a. Processing CDR file</a:t>
          </a:r>
        </a:p>
      </dsp:txBody>
      <dsp:txXfrm>
        <a:off x="21075" y="3567023"/>
        <a:ext cx="6203115" cy="389580"/>
      </dsp:txXfrm>
    </dsp:sp>
    <dsp:sp modelId="{6C8BA073-0808-43A4-9C25-1E713A2A6683}">
      <dsp:nvSpPr>
        <dsp:cNvPr id="0" name=""/>
        <dsp:cNvSpPr/>
      </dsp:nvSpPr>
      <dsp:spPr>
        <a:xfrm>
          <a:off x="0" y="4029518"/>
          <a:ext cx="6245265" cy="4317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            b. Perform Customer and interoperator billing operations</a:t>
          </a:r>
        </a:p>
      </dsp:txBody>
      <dsp:txXfrm>
        <a:off x="21075" y="4050593"/>
        <a:ext cx="6203115" cy="389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D07C-E6DC-EEDD-E44F-AAB678D4F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E805E5-72AB-5CEA-F01F-9E7511A81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861D8-E4F6-E8EB-CC7B-985C5E973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387F-9BA1-4325-8B0A-AF77F477DAE0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6E2B7-FC51-6D5F-B7B0-9B09C6BC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C1702-6A0A-5EB8-3FA1-047A0B5D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935D-A34C-45BE-94AF-59D72B72B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182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73C15-63F1-CE1A-BAFB-4F604CCE6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4D848-95EE-F9AD-BB21-AC01687A7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58763-3AB7-55AB-6FEC-4EC5B6B1F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387F-9BA1-4325-8B0A-AF77F477DAE0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9760C-F251-F692-0F37-0DB3485EF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12DDF-0CE3-25BE-DBCB-6B0E498C2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935D-A34C-45BE-94AF-59D72B72B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20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6776-31C9-56E3-24DF-373E396A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2DD34-CF83-EEFC-82C6-4299D9130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58E5E-49C7-9EB0-77BB-7BF8A406D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387F-9BA1-4325-8B0A-AF77F477DAE0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3875A-F038-D67C-E5F1-DB960B4D6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69239-9566-D5A2-BD7B-6A5894487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935D-A34C-45BE-94AF-59D72B72B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028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AB23-E225-FA2F-6FA3-845B47A21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F926B-B284-0829-1098-8DDD5ED983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B76C67-A082-F4ED-E182-C653AF7D0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130A9-C1D6-5488-937A-D296BFB4E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387F-9BA1-4325-8B0A-AF77F477DAE0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BECDB-7C4F-75E9-5F1C-516CF9782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D1739-431D-E467-7EA0-7296917F0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935D-A34C-45BE-94AF-59D72B72B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095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BE073-72EE-C905-7DCF-E6E68B6F8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D5A5C-870C-98D2-526C-92419D03A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C6773A-D7BC-808D-E1A0-70F9D1FAE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2C77F-A7E0-D154-64DB-9202422D2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B11446-EAA2-79B7-7254-7FB697A6F3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F9F9D3-DE6D-9512-8FD9-C7F1BE1B2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387F-9BA1-4325-8B0A-AF77F477DAE0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4F7BA-6395-C1D9-824D-11272F80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86F745-5010-74CA-1956-8F836FBB7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935D-A34C-45BE-94AF-59D72B72B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954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6D1F9-0F3B-8DF0-9D26-27B4989E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81C60-95ED-1D2D-AF70-93894AC90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387F-9BA1-4325-8B0A-AF77F477DAE0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6C2093-5748-E6FD-5C50-649E51EE7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132EB1-E697-3A68-34C0-5CF14BF63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935D-A34C-45BE-94AF-59D72B72B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891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923C8-E161-538B-64F7-8B7E824F3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387F-9BA1-4325-8B0A-AF77F477DAE0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BCE19A-047D-8D53-5C8A-A8310127C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42228-EFA1-7C0F-ECE4-834D871E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935D-A34C-45BE-94AF-59D72B72B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960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982C-AF43-38F4-02BA-30286B11C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A518B-9018-9613-7D02-A9C0A02DA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23B0C-3DEF-AD5C-7465-7A8CC5101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59F8B2-42DD-4DD7-97B6-7B4A1F2A5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387F-9BA1-4325-8B0A-AF77F477DAE0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F7F6A-50FF-CA97-C3B1-D4DC5D3B6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7716D-7CAC-2FA8-B5E8-5D0519048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935D-A34C-45BE-94AF-59D72B72B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407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EB051-1431-60BD-5A6B-2424C6139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974CC9-F9C1-DCAB-01CC-C37E49FFB3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D4D47-F777-4F13-35D2-F1E2208A1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550EE-BD34-C1D5-90EA-C5EF5BC9D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387F-9BA1-4325-8B0A-AF77F477DAE0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42A70-85F9-5DD1-268F-B67887E6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3841E-9FF3-D885-A83F-EE61F81E8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935D-A34C-45BE-94AF-59D72B72B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752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C2B88-AE44-8018-6B06-AEFCEF726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377B7-1C98-5183-9C7F-33A90C16A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181D5-5C66-8A18-7775-537D6E7A7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387F-9BA1-4325-8B0A-AF77F477DAE0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990CA-1005-B118-1C35-ADBCF1CA7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9630A-920D-36EA-5BD5-AF7E1A7C9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935D-A34C-45BE-94AF-59D72B72B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090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B82EF2-AD3F-D81B-4BEF-8A173B878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B207C-D152-ACD8-B604-01B9E8799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42851-FB75-CA7A-9147-B653D4EC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387F-9BA1-4325-8B0A-AF77F477DAE0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54E0E-E4FA-C866-A2A3-6464A1FB8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60C53-BA37-7B19-FC21-91A96F514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A935D-A34C-45BE-94AF-59D72B72B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72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9202EB-A897-4C5E-2646-15F20B222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C3070-EF18-DD5F-E842-8AD213D75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493C5-42CD-58BC-0C92-8AA6517EF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7387F-9BA1-4325-8B0A-AF77F477DAE0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72733-D8BC-6F60-A22E-81249ED5E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E40E-95E2-5079-4FE6-E5B4099AF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A935D-A34C-45BE-94AF-59D72B72B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60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C7FA3D-3639-4A14-E7C9-213BC9A80AE5}"/>
              </a:ext>
            </a:extLst>
          </p:cNvPr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Group-1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CALL DATA RECORD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49827-6517-EF12-991F-3806AA894137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TEAM MEMBERS :-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Deepanshu Gupta                             46368593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Ayushi Srivastav                                 46368602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Dhruv Singhal                                     46368605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Rishav Kumar Dubey                         46368606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Kanak Sharma                                    46368607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Anmol Yadav                                      46368608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Harshkumar</a:t>
            </a:r>
            <a:r>
              <a:rPr lang="en-US" sz="2200" dirty="0"/>
              <a:t> </a:t>
            </a:r>
            <a:r>
              <a:rPr lang="en-US" sz="2200" dirty="0" err="1"/>
              <a:t>Hemantkumar</a:t>
            </a:r>
            <a:r>
              <a:rPr lang="en-US" sz="2200" dirty="0"/>
              <a:t> Patel   46368729 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254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D1D8088-559A-46A5-A801-CDF0B9476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17">
            <a:extLst>
              <a:ext uri="{FF2B5EF4-FFF2-40B4-BE49-F238E27FC236}">
                <a16:creationId xmlns:a16="http://schemas.microsoft.com/office/drawing/2014/main" id="{83E2E96F-17F7-4C8C-BDF1-6BB90A0C1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2380868"/>
            <a:ext cx="11982332" cy="2087795"/>
            <a:chOff x="143163" y="5763486"/>
            <a:chExt cx="11982332" cy="73955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46BD00C-9313-4A22-94F7-3875A46C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AF30D0-AA67-427C-9938-A2C8A9B5D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BD0592-849C-D35D-FABA-302643064472}"/>
              </a:ext>
            </a:extLst>
          </p:cNvPr>
          <p:cNvSpPr txBox="1"/>
          <p:nvPr/>
        </p:nvSpPr>
        <p:spPr>
          <a:xfrm>
            <a:off x="-696420" y="801045"/>
            <a:ext cx="5697815" cy="55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Requirements:-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A7D1B3B2-694D-2C10-8631-08F9EA9C63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381661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6823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D5D19D-0789-4518-B5DC-D47ADF69D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00A2AA-4690-CD18-0D89-1B29153B4DF6}"/>
              </a:ext>
            </a:extLst>
          </p:cNvPr>
          <p:cNvSpPr txBox="1"/>
          <p:nvPr/>
        </p:nvSpPr>
        <p:spPr>
          <a:xfrm>
            <a:off x="1113810" y="3130041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>
                <a:latin typeface="+mj-lt"/>
                <a:ea typeface="+mj-ea"/>
                <a:cs typeface="+mj-cs"/>
              </a:rPr>
              <a:t>Rough Idea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89FFC1-3C88-F1E8-96DE-06B2DEABB0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5" r="2" b="2"/>
          <a:stretch/>
        </p:blipFill>
        <p:spPr>
          <a:xfrm>
            <a:off x="5922492" y="666728"/>
            <a:ext cx="5536001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274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1563B9-2F3F-E899-99AA-A60BE451399D}"/>
              </a:ext>
            </a:extLst>
          </p:cNvPr>
          <p:cNvSpPr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u="sng" kern="1200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Authentication Menu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A73182-955E-A01B-231E-2AF784EED7F6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Options provided in Authentication menu are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Sign Up – Users can signup to use the operation functions.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Login- Already existing users login using username and password.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Exit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421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2404EA-5F71-1AFA-A0AD-73572D66004E}"/>
              </a:ext>
            </a:extLst>
          </p:cNvPr>
          <p:cNvSpPr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u="sng" kern="1200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Main Menu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78D44-BBC6-8DDE-7EAA-ED73886F75A1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Options provided in the main menu are-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25730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Process CDR file</a:t>
            </a:r>
          </a:p>
          <a:p>
            <a:pPr marL="125730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25730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Performs the billing operations</a:t>
            </a:r>
          </a:p>
          <a:p>
            <a:pPr marL="125730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25730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Logout – Goes back to the authentication menu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30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9DE54-0B76-DD17-0C73-F217F08CF8A4}"/>
              </a:ext>
            </a:extLst>
          </p:cNvPr>
          <p:cNvSpPr txBox="1"/>
          <p:nvPr/>
        </p:nvSpPr>
        <p:spPr>
          <a:xfrm>
            <a:off x="3075706" y="1783193"/>
            <a:ext cx="3275722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1792">
              <a:spcAft>
                <a:spcPts val="600"/>
              </a:spcAft>
            </a:pPr>
            <a:r>
              <a:rPr lang="en-US" sz="136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Given input pipe separated file will get processed, below is an example illustrating the function and processing.</a:t>
            </a:r>
            <a:endParaRPr lang="en-IN" sz="200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A3C2B7AB-8219-CF85-4BBA-7C6D9EB1408B}"/>
              </a:ext>
            </a:extLst>
          </p:cNvPr>
          <p:cNvSpPr/>
          <p:nvPr/>
        </p:nvSpPr>
        <p:spPr>
          <a:xfrm>
            <a:off x="962163" y="3252798"/>
            <a:ext cx="2898560" cy="1117517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98655D44-3ABA-EDDE-3AD6-6DD5AEEEB530}"/>
              </a:ext>
            </a:extLst>
          </p:cNvPr>
          <p:cNvSpPr/>
          <p:nvPr/>
        </p:nvSpPr>
        <p:spPr>
          <a:xfrm rot="5400000">
            <a:off x="6358962" y="2871111"/>
            <a:ext cx="2494562" cy="2042410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499B3C1-1C39-E568-6E47-32E82546CA25}"/>
              </a:ext>
            </a:extLst>
          </p:cNvPr>
          <p:cNvSpPr/>
          <p:nvPr/>
        </p:nvSpPr>
        <p:spPr>
          <a:xfrm>
            <a:off x="4721101" y="3697119"/>
            <a:ext cx="1003559" cy="390395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5E9AB-833A-4859-8DF8-D21FCB1B8573}"/>
              </a:ext>
            </a:extLst>
          </p:cNvPr>
          <p:cNvSpPr txBox="1"/>
          <p:nvPr/>
        </p:nvSpPr>
        <p:spPr>
          <a:xfrm>
            <a:off x="1476626" y="3563792"/>
            <a:ext cx="2474712" cy="469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1792">
              <a:spcAft>
                <a:spcPts val="600"/>
              </a:spcAft>
            </a:pPr>
            <a:r>
              <a:rPr lang="en-IN" sz="122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1037928|Jio|42502|SMS-MT|0|0|0|1136404|42504</a:t>
            </a:r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4B35BA-D2EE-98E3-DF1A-FFF88D32B490}"/>
              </a:ext>
            </a:extLst>
          </p:cNvPr>
          <p:cNvSpPr txBox="1"/>
          <p:nvPr/>
        </p:nvSpPr>
        <p:spPr>
          <a:xfrm>
            <a:off x="6743843" y="2736247"/>
            <a:ext cx="1724799" cy="2403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1792">
              <a:spcAft>
                <a:spcPts val="600"/>
              </a:spcAft>
            </a:pPr>
            <a:r>
              <a:rPr lang="en-IN" sz="122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1037928</a:t>
            </a:r>
          </a:p>
          <a:p>
            <a:pPr defTabSz="621792">
              <a:spcAft>
                <a:spcPts val="600"/>
              </a:spcAft>
            </a:pPr>
            <a:r>
              <a:rPr lang="en-IN" sz="122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Jio</a:t>
            </a:r>
          </a:p>
          <a:p>
            <a:pPr defTabSz="621792">
              <a:spcAft>
                <a:spcPts val="600"/>
              </a:spcAft>
            </a:pPr>
            <a:r>
              <a:rPr lang="en-IN" sz="122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42502</a:t>
            </a:r>
          </a:p>
          <a:p>
            <a:pPr defTabSz="621792">
              <a:spcAft>
                <a:spcPts val="600"/>
              </a:spcAft>
            </a:pPr>
            <a:r>
              <a:rPr lang="en-IN" sz="122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SMS-MT</a:t>
            </a:r>
          </a:p>
          <a:p>
            <a:pPr defTabSz="621792">
              <a:spcAft>
                <a:spcPts val="600"/>
              </a:spcAft>
            </a:pPr>
            <a:r>
              <a:rPr lang="en-IN" sz="122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</a:p>
          <a:p>
            <a:pPr defTabSz="621792">
              <a:spcAft>
                <a:spcPts val="600"/>
              </a:spcAft>
            </a:pPr>
            <a:r>
              <a:rPr lang="en-IN" sz="122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</a:p>
          <a:p>
            <a:pPr defTabSz="621792">
              <a:spcAft>
                <a:spcPts val="600"/>
              </a:spcAft>
            </a:pPr>
            <a:r>
              <a:rPr lang="en-IN" sz="122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</a:p>
          <a:p>
            <a:pPr defTabSz="621792">
              <a:spcAft>
                <a:spcPts val="600"/>
              </a:spcAft>
            </a:pPr>
            <a:r>
              <a:rPr lang="en-IN" sz="122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1136404</a:t>
            </a:r>
          </a:p>
          <a:p>
            <a:pPr defTabSz="621792">
              <a:spcAft>
                <a:spcPts val="600"/>
              </a:spcAft>
            </a:pPr>
            <a:r>
              <a:rPr lang="en-IN" sz="122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42504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818068-9783-48CE-9779-B682531630E6}"/>
              </a:ext>
            </a:extLst>
          </p:cNvPr>
          <p:cNvSpPr txBox="1"/>
          <p:nvPr/>
        </p:nvSpPr>
        <p:spPr>
          <a:xfrm>
            <a:off x="2059922" y="2972080"/>
            <a:ext cx="1230739" cy="280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1792">
              <a:spcAft>
                <a:spcPts val="600"/>
              </a:spcAft>
            </a:pPr>
            <a:r>
              <a:rPr lang="en-US" sz="1224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</a:t>
            </a:r>
            <a:endParaRPr lang="en-IN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CF671F-C20A-4F53-2B09-EEABA75C0C09}"/>
              </a:ext>
            </a:extLst>
          </p:cNvPr>
          <p:cNvSpPr txBox="1"/>
          <p:nvPr/>
        </p:nvSpPr>
        <p:spPr>
          <a:xfrm>
            <a:off x="6909081" y="2302978"/>
            <a:ext cx="1799791" cy="280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21792">
              <a:spcAft>
                <a:spcPts val="600"/>
              </a:spcAft>
            </a:pPr>
            <a:r>
              <a:rPr lang="en-US" sz="1224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Formatted string</a:t>
            </a:r>
            <a:endParaRPr lang="en-IN" b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9F81DF-D372-0D8E-E490-E48D88BA63EE}"/>
              </a:ext>
            </a:extLst>
          </p:cNvPr>
          <p:cNvSpPr/>
          <p:nvPr/>
        </p:nvSpPr>
        <p:spPr>
          <a:xfrm>
            <a:off x="3483325" y="380288"/>
            <a:ext cx="48649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5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Process CDR File</a:t>
            </a:r>
            <a:endParaRPr lang="en-IN" sz="5400" b="1" u="sng" cap="none" spc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2538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C38784-ABD9-3BBA-30B7-8B1FD3291201}"/>
              </a:ext>
            </a:extLst>
          </p:cNvPr>
          <p:cNvSpPr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u="sng" kern="1200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Billing operations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B93F0-A38C-0C04-16F4-7723CFB31920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Two types of billing will be performed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	1. Customer Billing-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                 	a. For a particular customer, search  using MSISDN.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             		b. Store the information of all customer data in file and download it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	2. </a:t>
            </a:r>
            <a:r>
              <a:rPr lang="en-US" sz="1900" dirty="0" err="1"/>
              <a:t>Interoperater</a:t>
            </a:r>
            <a:r>
              <a:rPr lang="en-US" sz="1900" dirty="0"/>
              <a:t> Billing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		a. Print information about a particular </a:t>
            </a:r>
            <a:r>
              <a:rPr lang="en-US" sz="1900" dirty="0" err="1"/>
              <a:t>interoperator</a:t>
            </a:r>
            <a:r>
              <a:rPr lang="en-US" sz="1900" dirty="0"/>
              <a:t> using MMC code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		b. Store information of all operators and download it as a file.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8459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1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0D1D03-8606-40BD-865B-7F512EB6C9FF}"/>
              </a:ext>
            </a:extLst>
          </p:cNvPr>
          <p:cNvSpPr/>
          <p:nvPr/>
        </p:nvSpPr>
        <p:spPr>
          <a:xfrm>
            <a:off x="1001684" y="170412"/>
            <a:ext cx="10178934" cy="13287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u="sng" kern="1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Output Snapshots:-</a:t>
            </a:r>
          </a:p>
        </p:txBody>
      </p:sp>
      <p:pic>
        <p:nvPicPr>
          <p:cNvPr id="7" name="Picture 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D698B2B2-A087-0CEB-60B0-46CECE2D83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77" t="3180" r="-26" b="55462"/>
          <a:stretch/>
        </p:blipFill>
        <p:spPr>
          <a:xfrm>
            <a:off x="733265" y="2981705"/>
            <a:ext cx="3960655" cy="2968123"/>
          </a:xfrm>
          <a:prstGeom prst="rect">
            <a:avLst/>
          </a:prstGeom>
        </p:spPr>
      </p:pic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BA606308-A5E2-175B-FED1-5F7D8284E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26" r="-2" b="26742"/>
          <a:stretch/>
        </p:blipFill>
        <p:spPr>
          <a:xfrm>
            <a:off x="7172959" y="2981705"/>
            <a:ext cx="4511765" cy="30245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87D879-40C7-D7F7-C3B1-8237F21BA3BB}"/>
              </a:ext>
            </a:extLst>
          </p:cNvPr>
          <p:cNvSpPr txBox="1"/>
          <p:nvPr/>
        </p:nvSpPr>
        <p:spPr>
          <a:xfrm>
            <a:off x="1306432" y="2375654"/>
            <a:ext cx="309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Snapshot of Processing Menu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DE15E3-9196-A442-B090-F424EEA656DB}"/>
              </a:ext>
            </a:extLst>
          </p:cNvPr>
          <p:cNvSpPr txBox="1"/>
          <p:nvPr/>
        </p:nvSpPr>
        <p:spPr>
          <a:xfrm>
            <a:off x="6164071" y="2375654"/>
            <a:ext cx="602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Snapshot of the file that contains data of customer billing.</a:t>
            </a:r>
            <a:endParaRPr lang="en-IN" dirty="0"/>
          </a:p>
        </p:txBody>
      </p:sp>
      <p:sp>
        <p:nvSpPr>
          <p:cNvPr id="2" name="Minus Sign 1">
            <a:extLst>
              <a:ext uri="{FF2B5EF4-FFF2-40B4-BE49-F238E27FC236}">
                <a16:creationId xmlns:a16="http://schemas.microsoft.com/office/drawing/2014/main" id="{9A3749EB-AAE0-6FAF-C4A4-A323A9690AFB}"/>
              </a:ext>
            </a:extLst>
          </p:cNvPr>
          <p:cNvSpPr/>
          <p:nvPr/>
        </p:nvSpPr>
        <p:spPr>
          <a:xfrm>
            <a:off x="192505" y="6031467"/>
            <a:ext cx="13638998" cy="908347"/>
          </a:xfrm>
          <a:prstGeom prst="mathMinus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FEC749-6DAA-EF14-BEF8-6FA917D6D7DA}"/>
              </a:ext>
            </a:extLst>
          </p:cNvPr>
          <p:cNvSpPr/>
          <p:nvPr/>
        </p:nvSpPr>
        <p:spPr>
          <a:xfrm>
            <a:off x="0" y="170412"/>
            <a:ext cx="358610" cy="779646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Minus Sign 5">
            <a:extLst>
              <a:ext uri="{FF2B5EF4-FFF2-40B4-BE49-F238E27FC236}">
                <a16:creationId xmlns:a16="http://schemas.microsoft.com/office/drawing/2014/main" id="{5BDB39E0-58B3-FDEF-2C94-5CD9A9F58A80}"/>
              </a:ext>
            </a:extLst>
          </p:cNvPr>
          <p:cNvSpPr/>
          <p:nvPr/>
        </p:nvSpPr>
        <p:spPr>
          <a:xfrm rot="5400000">
            <a:off x="-10890" y="213138"/>
            <a:ext cx="1053136" cy="694195"/>
          </a:xfrm>
          <a:prstGeom prst="mathMinus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Minus Sign 7">
            <a:extLst>
              <a:ext uri="{FF2B5EF4-FFF2-40B4-BE49-F238E27FC236}">
                <a16:creationId xmlns:a16="http://schemas.microsoft.com/office/drawing/2014/main" id="{9F8A5C12-AE87-B982-BBD5-639B1F47D683}"/>
              </a:ext>
            </a:extLst>
          </p:cNvPr>
          <p:cNvSpPr/>
          <p:nvPr/>
        </p:nvSpPr>
        <p:spPr>
          <a:xfrm rot="5400000">
            <a:off x="189150" y="433350"/>
            <a:ext cx="1018433" cy="253770"/>
          </a:xfrm>
          <a:prstGeom prst="mathMinus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489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B24C7E-2D5E-4C4E-9CD5-D61F243C9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9072643-A0EC-42FB-B66A-24C0E6FFD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2" y="1846371"/>
            <a:ext cx="12048829" cy="3165257"/>
            <a:chOff x="143163" y="5763486"/>
            <a:chExt cx="12048829" cy="73955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45065" y="5763486"/>
              <a:ext cx="11546927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FB1B595-4E0E-4913-822E-EB9B40163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434108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C48EA58-53D6-4E4A-9BDB-087D34617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0752" y="389517"/>
            <a:ext cx="6686629" cy="60586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1150BF-F6B7-5B30-7319-2AA3730B5D42}"/>
              </a:ext>
            </a:extLst>
          </p:cNvPr>
          <p:cNvSpPr txBox="1"/>
          <p:nvPr/>
        </p:nvSpPr>
        <p:spPr>
          <a:xfrm>
            <a:off x="955964" y="968432"/>
            <a:ext cx="5597236" cy="4921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+mj-ea"/>
                <a:cs typeface="+mj-cs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2741956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2F78A8DBF9834BB89B1BFCF62B5158" ma:contentTypeVersion="13" ma:contentTypeDescription="Create a new document." ma:contentTypeScope="" ma:versionID="02f1b86662f92ecc4c659a54b517ed85">
  <xsd:schema xmlns:xsd="http://www.w3.org/2001/XMLSchema" xmlns:xs="http://www.w3.org/2001/XMLSchema" xmlns:p="http://schemas.microsoft.com/office/2006/metadata/properties" xmlns:ns3="e7630955-04ad-403e-927a-b7ad1b901e7d" xmlns:ns4="7ec2f412-d605-4028-bfac-29a9172be0b9" targetNamespace="http://schemas.microsoft.com/office/2006/metadata/properties" ma:root="true" ma:fieldsID="1f6c54ddec64a747329e156d7686f6fb" ns3:_="" ns4:_="">
    <xsd:import namespace="e7630955-04ad-403e-927a-b7ad1b901e7d"/>
    <xsd:import namespace="7ec2f412-d605-4028-bfac-29a9172be0b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630955-04ad-403e-927a-b7ad1b901e7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2f412-d605-4028-bfac-29a9172be0b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7630955-04ad-403e-927a-b7ad1b901e7d" xsi:nil="true"/>
  </documentManagement>
</p:properties>
</file>

<file path=customXml/itemProps1.xml><?xml version="1.0" encoding="utf-8"?>
<ds:datastoreItem xmlns:ds="http://schemas.openxmlformats.org/officeDocument/2006/customXml" ds:itemID="{899C617E-4681-458C-9E02-5EC5706370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630955-04ad-403e-927a-b7ad1b901e7d"/>
    <ds:schemaRef ds:uri="7ec2f412-d605-4028-bfac-29a9172be0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10CD90-2EFF-455D-A7FD-365CEA339C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859B58-3011-411E-BF2A-F45A7A27FC50}">
  <ds:schemaRefs>
    <ds:schemaRef ds:uri="http://schemas.microsoft.com/office/2006/metadata/properties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  <ds:schemaRef ds:uri="7ec2f412-d605-4028-bfac-29a9172be0b9"/>
    <ds:schemaRef ds:uri="http://schemas.openxmlformats.org/package/2006/metadata/core-properties"/>
    <ds:schemaRef ds:uri="e7630955-04ad-403e-927a-b7ad1b901e7d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76a2ae5a-9f00-4f6b-95ed-5d33d77c4d61}" enabled="0" method="" siteId="{76a2ae5a-9f00-4f6b-95ed-5d33d77c4d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267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Yadav, Anmol</dc:creator>
  <cp:lastModifiedBy>Gupta, Deepanshu</cp:lastModifiedBy>
  <cp:revision>4</cp:revision>
  <dcterms:created xsi:type="dcterms:W3CDTF">2024-07-23T15:58:04Z</dcterms:created>
  <dcterms:modified xsi:type="dcterms:W3CDTF">2024-07-24T05:18:34Z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0x010100722F78A8DBF9834BB89B1BFCF62B5158</vt:lpwstr>
  </property>
</Properties>
</file>